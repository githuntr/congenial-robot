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6400">
                <a:solidFill>
                  <a:srgbClr val="00F0FF"/>
                </a:solidFill>
              </a:defRPr>
            </a:pPr>
            <a:r>
              <a:t>CCAF Firewall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C8C8D2"/>
                </a:solidFill>
              </a:defRPr>
            </a:pPr>
            <a:r>
              <a:t>Next-Generation Stateful Traffic Analysis &amp; Edge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0FF"/>
                </a:solidFill>
                <a:latin typeface="Arial"/>
              </a:defRPr>
            </a:pPr>
            <a:r>
              <a:t>The Market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FFFFFF"/>
                </a:solidFill>
              </a:defRPr>
            </a:pPr>
            <a:r>
              <a:t>Legacy Firewalls are Blind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Traditional network defenses rely on static rules. They lack contextual awareness of real-time connection states.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High Latency in Proxies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Modern deep-packet inspection often requires funneling traffic through sluggish proprietary proxies.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Poor Observability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Operators are forced to dig through archaic CLI interfaces or dense logs rather than reacting to visual threat intelligence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0FF"/>
                </a:solidFill>
                <a:latin typeface="Arial"/>
              </a:defRPr>
            </a:pPr>
            <a:r>
              <a:t>The Solution: Fast, Stateful, Observable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FFFFFF"/>
                </a:solidFill>
              </a:defRPr>
            </a:pPr>
            <a:r>
              <a:t>Zero-Latency Execution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CCAF operates locally directly on the OS kernel's socket layer, making pass/drop decisions in milliseconds.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Stateful Track Analytics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Tracks full TCP lifecycles (SYN, ACK, FIN) instead of just blocking port protocols.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Unprecedented Observability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A highly optimized dashboard visualizes real-time load, active tracking, and dropped events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0FF"/>
                </a:solidFill>
                <a:latin typeface="Arial"/>
              </a:defRPr>
            </a:pPr>
            <a:r>
              <a:t>Proprietary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FFFFFF"/>
                </a:solidFill>
              </a:defRPr>
            </a:pPr>
            <a:r>
              <a:t>Decoupled MVC Pattern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The inspection engine is heavily segregated from the UI, ensuring that visual rendering never bottlenecks packet processing.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The Stateful Engine (Backend)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Python &amp; psutil power a heavily threaded, in-memory state table capturing live system sockets.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The Command Matrix (Frontend)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A Flask-driven RESTful API executing CRUD operations instantly over a high-fidelity HTML5 glassmorphism GUI.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F0FF"/>
                </a:solidFill>
                <a:latin typeface="Arial"/>
              </a:defRPr>
            </a:pPr>
            <a:r>
              <a:t>AI-Readiness &amp;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FFFFFF"/>
                </a:solidFill>
              </a:defRPr>
            </a:pPr>
            <a:r>
              <a:t>Enterprise SIEM Integration Ready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Because CCAF utilizes standard REST endpoints (/api/block, /api/pcap), adapting to existing enterprise logs is completely frictionless.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Behavioral AI Pipeline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Our structured packet routing naturally establishes a pipeline for next-gen integration with Machine Learning models (e.g., YOLOv8-based anomaly detection) to identify zero-day threats autonomously.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Target Deployment</a:t>
            </a:r>
          </a:p>
          <a:p>
            <a:pPr>
              <a:spcAft>
                <a:spcPts val="2000"/>
              </a:spcAft>
              <a:defRPr sz="1800">
                <a:solidFill>
                  <a:srgbClr val="B4B4BE"/>
                </a:solidFill>
              </a:defRPr>
            </a:pPr>
            <a:r>
              <a:t>   Ideal for critical infrastructure edge nodes, high-security local networks, and performance-sensitive proxy bounds.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