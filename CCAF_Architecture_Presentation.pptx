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F0FF"/>
                </a:solidFill>
              </a:defRPr>
            </a:pPr>
            <a:r>
              <a:t>CCAF: ConnTrack Context-Aware Firewall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Next-Generation Stateful Traffic Analysis &amp; Edge Security</a:t>
            </a:r>
          </a:p>
          <a:p/>
          <a:p>
            <a:r>
              <a:t>Project Architecture &amp; Defense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Modern Security Challenge</a:t>
            </a:r>
          </a:p>
          <a:p>
            <a:pPr lvl="1"/>
            <a:r>
              <a:t>Legacy edge firewalls lack context and rely on stateless blocking.</a:t>
            </a:r>
          </a:p>
          <a:p>
            <a:pPr lvl="1"/>
            <a:r>
              <a:t>CCAF operates natively on OS socket APIs for immediate, stateful tracking.</a:t>
            </a:r>
          </a:p>
          <a:p>
            <a:pPr lvl="1"/>
            <a:r>
              <a:t>Zero-latency traffic inspection separated from an unblocking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Decoupled MVC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firewall consists of two deeply segregated engines:</a:t>
            </a:r>
          </a:p>
          <a:p>
            <a:pPr lvl="1"/>
            <a:r>
              <a:t>The Stateful Engine (Python/psutil): Tracks TCP states (SYN, ACK) in the background. Does not block the UI.</a:t>
            </a:r>
          </a:p>
          <a:p>
            <a:pPr lvl="1"/>
            <a:r>
              <a:t>The Command UI (Flask/HTML5): A glassmorphism dashboard executing CRUD blocks via RESTful async APIs.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Real-Time Cyber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Dashboard designed for Dark-Ops and Rapid Response:</a:t>
            </a:r>
          </a:p>
          <a:p>
            <a:pPr lvl="1"/>
            <a:r>
              <a:t>Global styling using backdrop-filter blur and dynamic box-shadow logic.</a:t>
            </a:r>
          </a:p>
          <a:p>
            <a:pPr lvl="1"/>
            <a:r>
              <a:t>Instant Packet Inspection panels that asynchronously refresh without lagging the firewall.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Readiness &amp; 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CCAF is future-proof.</a:t>
            </a:r>
          </a:p>
          <a:p>
            <a:pPr lvl="1"/>
            <a:r>
              <a:t>Because of the RESTful API endpoints (/api/pcap, /api/block), Enterprise SIEMs can integrate flawlessly.</a:t>
            </a:r>
          </a:p>
          <a:p>
            <a:pPr lvl="1"/>
            <a:r>
              <a:t>Data streams are structured to eventually feed Machine Learning (YOLOv8/Behavioral Engine) routines securely.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